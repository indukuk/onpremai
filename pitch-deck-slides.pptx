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D4AA"/>
                </a:solidFill>
              </a:defRPr>
            </a:pPr>
            <a:r>
              <a:t>The Autonomous Compliance Workforce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EAEA"/>
                </a:solidFill>
              </a:defRPr>
            </a:pPr>
            <a:r>
              <a:t>Every User gets an AI agent that does their compliance work for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Agents talk to each other. The system gets smarter daily.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Deploys anywhere — including air-gapped.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Compliance is a $45B+ market built on human Powered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$3-5M/year per mid-size company — still 80% manual labor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Control owners lose 5-10 hrs/month on tasks they don't understand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Compliance managers spend days chasing people, not managing compliance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Most regulated industries (defense, finance, healthcare) are locked out of modern tooling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  — data can't leave their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An autonomous AI workforce that runs your compliance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We don't give companies a better dashboard.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We give every person an AI agent that does their compliance work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for them — sends messages, collects evidence, evaluates controls,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escalates issues, and coordinates with other agents.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The Users never needs to understand how our platform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What Makes This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Three innovations, integrated from day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Shadow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Every user gets a personal agent that acts on their behalf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Multi-Agent Coordination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Agents talk to each other to get work done collaboratively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Self-Improving Engine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3-layer deterministic + LLM pipeline that gets smarter daily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Shadow AI — The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Every user gets a personal compliance agent. Zero knowledge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Agent → Sarah (Slack): "Hey Sarah — I need a Q1 access review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  export from Okta. Want me to ask Mike in IT, or do you have access?"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Sarah: "Ask Mike"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Agent → Mike's Agent: [coordinates automatically]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Mike's Agent → Mike (Teams): "Sarah needs an Okta export.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  Takes 2 min — here's how."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Mike: pulls the export → Agent uploads → evaluates → done.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Sarah never opened the compliance platform. Mike never heard 'SOC 2.'</a:t>
            </a:r>
          </a:p>
          <a:p>
            <a:pPr>
              <a:spcAft>
                <a:spcPts val="800"/>
              </a:spcAft>
              <a:defRPr sz="1500">
                <a:solidFill>
                  <a:srgbClr val="EAEAEA"/>
                </a:solidFill>
              </a:defRPr>
            </a:pPr>
            <a:r>
              <a:t>Total human effort: 2 messages + 2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What the Agent Does Behind the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Translates compliance requirements into plain language actions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Knows who has the data and how to get it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Sends messages, emails, notifications on the user's behalf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Tracks deadlines and follows up automatically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Learns each user's communication style and preferences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Escalates with graduated urgency when things are stuck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Gets better over time — learns what works for each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CCCCC"/>
                </a:solidFill>
              </a:defRPr>
            </a:pPr>
            <a:r>
              <a:t>The agent IS the interface. The platform disappears.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Multi-Agent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Agents don't just assist — they form an autonomous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[CISO Agent] ◄──► [CompMgr Agent] ◄──► [Owner Agents (Sarah, John)]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                         │                         │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                  [Auditor Agent]          [IT/HR/Dev Agents]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Every arrow = agent-to-agent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Humans just approve and answer the occasional question.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• 5 agents: basic coordination, some automated evidence flow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• 20 agents: compliance program runs semi-autonomously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• 50+ agents: full autonomous workforce, humans manage by 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The Evaluation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3-Layer Pipeline: Rules → LLM Judgment → Deterministic Score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Reproducibility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Deterministic rules (8 types)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Bounded LLM judgment (ambiguous items only)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Deterministic scoring formula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60-70% of criteria resolve in Layer 1 — zero LLM cost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Layer 2 asks specific questions with rubrics, not 'evaluate this entire control'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Layer 3 always produces the same score given same inputs. Always.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Why This Matters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Pure LLM (competitors)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Our 3-Layer Pipeline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Reproducibility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~70-80%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97-99%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Cost per evaluation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$$$ (every criteria hits LLM)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$ (60-70% free)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"AI said compliant"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Rule X passed because 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Seconds per criterion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Milliseconds (rules)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Black box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Every step traceable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CCCCC"/>
                </a:solidFill>
              </a:defRPr>
            </a:pPr>
            <a:r>
              <a:t>Auditors can trust it. CFOs can afford it. Regulators can inspect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Self-Improving System — The Observer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Gets smarter every day. No code deploy needed.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116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Auto-Fix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55% escalation rate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Model struggling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Route to stronger tier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Confidence trending 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Prompt degrading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Rewrite via canary test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Parse failures &gt;15%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Output format drift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Adjust constraints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Score variance &gt;15%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Potential bias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Alert + investigation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After 6 months: measurably better than day 1.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Competitors: identical to day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Graduated Autonomy — Not a Loose Cannon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 — Auto-apply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Routing changes, thresholds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Confidence ≥ 0.80, 20+ samples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2 — Canary first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Prompt rewrites, model swaps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20% traffic, 30+ samples, 4+ hrs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3 — Human approval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Model removal, policy changes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Notify and wait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389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Circuit breaker: 3+ rollbacks in 6 hours → all auto-applies stop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The system improves aggressively but fails safely.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AI Governance Built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AEAEA"/>
                </a:solidFill>
              </a:defRPr>
            </a:pPr>
            <a:r>
              <a:t>The system audits itself. For SR 11-7, EU AI Act, and customer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Automated model governance (no human maintenance):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Model inventory — auto-tracked from routing config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Drift detection — KS test on weekly confidence distributions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Bias monitoring — cross-tenant score variance flagging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Performance trending — per model, per task, over time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Decision audit trail — every observer action: what, why, outcome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• Weekly/monthly governance reports — structured for auditors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CCCCCC"/>
                </a:solidFill>
              </a:defRPr>
            </a:pPr>
            <a:r>
              <a:t>Auditor: "Show me your AI governance."  Us: GET /observer/governance-report — generated automatically since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Deploy Anywhere — First-Class Air-Gapped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Cloud-Only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Air-Gapped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All LLMs deployed on AWS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Local eval, cloud for complex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Everything on-prem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Fastest to start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Best of both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Total data control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Same code. Same Docker images. Different routing.yaml.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Air-gapped deployment: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tar xzf compliance-v1.5.0-offline.tar.gz &amp;&amp; ./install.sh</a:t>
            </a:r>
          </a:p>
          <a:p>
            <a:pPr>
              <a:spcAft>
                <a:spcPts val="800"/>
              </a:spcAft>
              <a:defRPr sz="1600">
                <a:solidFill>
                  <a:srgbClr val="EAEAEA"/>
                </a:solidFill>
              </a:defRPr>
            </a:pPr>
            <a:r>
              <a:t>  Zero data leaves the building.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On-Premises Infrastructure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AEAEA"/>
                </a:solidFill>
              </a:defRPr>
            </a:pPr>
            <a:r>
              <a:t>Application Tier (CPU-only VMs)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VM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Est. Cost/mo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App VM 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8 vCPU, 32 GB RAM, 200 GB SSD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All 8 services (Docker Compose)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~$300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App VM 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8 vCPU, 32 GB RAM, 200 GB SSD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HA replica / horizontal scale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~$300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DB VM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8 vCPU, 64 GB RAM, 1 TB NVMe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PostgreSQL + pgvector, Redis, MinIO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~$500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918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AEAEA"/>
                </a:solidFill>
              </a:defRPr>
            </a:pPr>
            <a:r>
              <a:t>LLM Tier (GPU VMs) — separate from app tier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749039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VM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Models Hosted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Est. Cost/mo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LLM Strong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4x A100 80GB (or 2x H100)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DeepSeek-V3 / Qwen-72B (1M context)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~$8,000-12,000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LLM Mid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1x A100 80GB (or 2x A6000)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Mistral-22B / Qwen-32B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~$2,500-4,000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LLM Fast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1x A10 24GB (or RTX 4090)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Phi-3 / Qwen-7B / Llama-8B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AEAEA"/>
                          </a:solidFill>
                        </a:defRPr>
                      </a:pPr>
                      <a:r>
                        <a:t>~$500-1,000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  <a:r>
              <a:t>Why multiple LLMs?</a:t>
            </a:r>
          </a:p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  <a:r>
              <a:t>  Strong (1M context): Complex policy analysis, long document reasoning</a:t>
            </a:r>
          </a:p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  <a:r>
              <a:t>  Mid: Standard evaluations, evidence review, agent coordination</a:t>
            </a:r>
          </a:p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  <a:r>
              <a:t>  Fast: Classification, routing, simple checks (60-70% of all calls)</a:t>
            </a:r>
          </a:p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EAEAEA"/>
                </a:solidFill>
              </a:defRPr>
            </a:pPr>
            <a:r>
              <a:t>Total on-prem: 5-6 VMs, ~$12K-18K/mo (vs. $50K-100K/yr SaaS + data sovereignty risk)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Architecture: AWS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IDENTITY &amp; AUTH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Azure AD / Okta (SAML/OIDC)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AWS Cognito (federated)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IAM Roles (S2S)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Secrets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5029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ECS FARGATE (private subnets)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llm-gateway → Bedrock (LLMs)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agent-eval | compliance-assistant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memory-svc | observer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preprocessor | sandbox-svc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32918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4630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COMMS &amp; CHANNELS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Slack API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Microsoft Teams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Email (SES)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274320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CUSTOMER APPS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Jira / ServiceNow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Splunk / Datadog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Workday HCM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Salesforce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931920"/>
            <a:ext cx="502920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0233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MANAGED SERVICES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RDS PostgreSQL + pgvector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S3 (evidence artifacts)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ElastiCache Redis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Cloud Map (discovery)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VPC + ALB + PrivateLink + VPN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Bedrock LLM and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931920"/>
            <a:ext cx="329184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40233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FILE STORAGE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SharePoint Online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Google Drive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Box / Dropbox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Confluence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AA"/>
                </a:solidFill>
              </a:defRPr>
            </a:pPr>
            <a:r>
              <a:t>Architecture: Fully On-Premises (Air-Gapped)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IDENTITY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Active Directory / LDAP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Keycloak (OIDC/SAML)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HashiCorp Vault (secrets)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Internal CA (mTLS)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5029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4630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DOCKER COMPOSE / K8s (app tier)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llm-gateway → Ollama / vLLM (GPU)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agent-eval | compliance-assistant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memory-svc | observer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preprocessor | sandbox-svc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329184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4630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COMMS (internal only)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Teams (on-prem)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SMTP relay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Mattermost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Cisco Webex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274320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023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CUSTOMER APPS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Jira Server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ServiceNow (on-prem)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Archer / RSA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SAP GRC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Workday HCM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931920"/>
            <a:ext cx="502920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02336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SELF-HOSTED INFRA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PostgreSQL + pgvector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MinIO (S3-compatible)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Redis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Tesseract (OCR)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Internal DNS (discovery)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Reverse proxy (nginx/HAProxy)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No egress — fully air-gapped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931920"/>
            <a:ext cx="329184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40233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FILE STORAGE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NFS / CIFS shares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SharePoint (on-prem)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Documentum</a:t>
            </a:r>
          </a:p>
          <a:p>
            <a:pPr>
              <a:spcBef>
                <a:spcPts val="200"/>
              </a:spcBef>
              <a:defRPr sz="1100">
                <a:solidFill>
                  <a:srgbClr val="EAEAEA"/>
                </a:solidFill>
              </a:defRPr>
            </a:pPr>
            <a:r>
              <a:t>Network drives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Today (everyone else):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  Humans do compliance work. Tools help them do it faster.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Tomorrow (us):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  AI agents do compliance work. Humans approve and course-correct.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The compliance platform disappears.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The agents are the product.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Nobody learns a tool. Nobody navigates a dashboard.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Nobody reads a framework document.</a:t>
            </a:r>
          </a:p>
          <a:p>
            <a:pPr>
              <a:spcAft>
                <a:spcPts val="800"/>
              </a:spcAft>
              <a:defRPr sz="1800">
                <a:solidFill>
                  <a:srgbClr val="EAEAEA"/>
                </a:solidFill>
              </a:defRPr>
            </a:pPr>
            <a:r>
              <a:t>The agent handles all of it — and gets better at it every single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